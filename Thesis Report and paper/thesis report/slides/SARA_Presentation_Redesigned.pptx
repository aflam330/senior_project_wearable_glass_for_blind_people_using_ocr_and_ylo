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828c0c-aece-f93f-1f0b-a73042fbc9d4}">
          <p14:sldIdLst>
            <p14:sldId id="256"/>
          </p14:sldIdLst>
        </p14:section>
        <p14:section name="Problem" id="{7560276c-2ca4-23ea-d8ad-3a1c3f9cd587}">
          <p14:sldIdLst>
            <p14:sldId id="257"/>
            <p14:sldId id="258"/>
            <p14:sldId id="259"/>
          </p14:sldIdLst>
        </p14:section>
        <p14:section name="Solution" id="{fc3649b6-013c-92a3-b3e7-6e0e8f2747b4}">
          <p14:sldIdLst>
            <p14:sldId id="260"/>
            <p14:sldId id="261"/>
            <p14:sldId id="262"/>
            <p14:sldId id="263"/>
            <p14:sldId id="264"/>
            <p14:sldId id="265"/>
          </p14:sldIdLst>
        </p14:section>
        <p14:section name="Currency" id="{7ee7bf34-a80c-d608-0946-fe8e9c769c8f}">
          <p14:sldIdLst>
            <p14:sldId id="266"/>
            <p14:sldId id="267"/>
            <p14:sldId id="268"/>
            <p14:sldId id="269"/>
            <p14:sldId id="270"/>
            <p14:sldId id="271"/>
            <p14:sldId id="272"/>
            <p14:sldId id="273"/>
          </p14:sldIdLst>
        </p14:section>
        <p14:section name="Reading and voice" id="{c72f58a7-7adc-829c-000b-25927db7b0a1}">
          <p14:sldIdLst>
            <p14:sldId id="274"/>
            <p14:sldId id="275"/>
          </p14:sldIdLst>
        </p14:section>
        <p14:section name="Device" id="{02cd05bb-a7ee-cfdb-87d0-02a770d5d76a}">
          <p14:sldIdLst>
            <p14:sldId id="276"/>
            <p14:sldId id="277"/>
            <p14:sldId id="278"/>
          </p14:sldIdLst>
        </p14:section>
        <p14:section name="Closing" id="{96d201ad-97c5-e7f9-01f5-8c6fea6b1e3a}">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of the second prototype. A Raspberry Pi 5 runs every model on its CPU. The Camera Module 2 is used at 640 by 480. Five push-buttons on the temple select and start the modes, a vibration motor confirms a found note, and a bone-conduction headphone speaks the result while leaving the ears free. A 3D-printed frame carries the camera and the UV-A lamp, and a ventilated enclosure at the back of the head carries the Pi. A power bank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sp>
        <p:nvSpPr>
          <p:cNvPr id="3" name="Raspberry Pi 5 card"/>
          <p:cNvSpPr/>
          <p:nvPr/>
        </p:nvSpPr>
        <p:spPr>
          <a:xfrm>
            <a:off x="548640" y="1280160"/>
            <a:ext cx="2651760" cy="2240280"/>
          </a:xfrm>
          <a:prstGeom prst="roundRect">
            <a:avLst>
              <a:gd name="adj" fmla="val 4898"/>
            </a:avLst>
          </a:prstGeom>
          <a:solidFill>
            <a:srgbClr val="FFFFFF"/>
          </a:solidFill>
          <a:ln w="12700">
            <a:solidFill>
              <a:srgbClr val="FFFFFF"/>
            </a:solidFill>
            <a:prstDash val="solid"/>
          </a:ln>
        </p:spPr>
      </p:sp>
      <p:pic>
        <p:nvPicPr>
          <p:cNvPr id="4" name="Raspberry Pi 5 photo" descr="E:/Final SP/Thesis Report and paper/thesis report/My report/DIagram fig tab/hw_pi5.jpg">    </p:cNvPr>
          <p:cNvPicPr>
            <a:picLocks noChangeAspect="1"/>
          </p:cNvPicPr>
          <p:nvPr/>
        </p:nvPicPr>
        <p:blipFill>
          <a:blip r:embed="rId1"/>
          <a:srcRect l="0" r="0" t="0" b="0"/>
          <a:stretch/>
        </p:blipFill>
        <p:spPr>
          <a:xfrm>
            <a:off x="731520" y="1389888"/>
            <a:ext cx="2286000" cy="1298448"/>
          </a:xfrm>
          <a:prstGeom prst="rect">
            <a:avLst/>
          </a:prstGeom>
        </p:spPr>
      </p:pic>
      <p:sp>
        <p:nvSpPr>
          <p:cNvPr id="5" name="Raspberry Pi 5 name"/>
          <p:cNvSpPr txBox="1"/>
          <p:nvPr/>
        </p:nvSpPr>
        <p:spPr>
          <a:xfrm>
            <a:off x="65836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Raspberry Pi 5</a:t>
            </a:r>
            <a:endParaRPr lang="en-US" sz="1500" dirty="0"/>
          </a:p>
        </p:txBody>
      </p:sp>
      <p:sp>
        <p:nvSpPr>
          <p:cNvPr id="6" name="Raspberry Pi 5 detail"/>
          <p:cNvSpPr txBox="1"/>
          <p:nvPr/>
        </p:nvSpPr>
        <p:spPr>
          <a:xfrm>
            <a:off x="65836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4-core 2.4 GHz, 8 GB; runs every model [12]</a:t>
            </a:r>
            <a:endParaRPr lang="en-US" sz="1200" dirty="0"/>
          </a:p>
        </p:txBody>
      </p:sp>
      <p:sp>
        <p:nvSpPr>
          <p:cNvPr id="7" name="Camera Module 2 card"/>
          <p:cNvSpPr/>
          <p:nvPr/>
        </p:nvSpPr>
        <p:spPr>
          <a:xfrm>
            <a:off x="3383280" y="1280160"/>
            <a:ext cx="2651760" cy="2240280"/>
          </a:xfrm>
          <a:prstGeom prst="roundRect">
            <a:avLst>
              <a:gd name="adj" fmla="val 4898"/>
            </a:avLst>
          </a:prstGeom>
          <a:solidFill>
            <a:srgbClr val="FFFFFF"/>
          </a:solidFill>
          <a:ln w="12700">
            <a:solidFill>
              <a:srgbClr val="FFFFFF"/>
            </a:solidFill>
            <a:prstDash val="solid"/>
          </a:ln>
        </p:spPr>
      </p:sp>
      <p:pic>
        <p:nvPicPr>
          <p:cNvPr id="8" name="Camera Module 2 photo" descr="E:/Final SP/Thesis Report and paper/thesis report/My report/DIagram fig tab/hw_camera.jpg">    </p:cNvPr>
          <p:cNvPicPr>
            <a:picLocks noChangeAspect="1"/>
          </p:cNvPicPr>
          <p:nvPr/>
        </p:nvPicPr>
        <p:blipFill>
          <a:blip r:embed="rId2"/>
          <a:srcRect l="0" r="0" t="0" b="0"/>
          <a:stretch/>
        </p:blipFill>
        <p:spPr>
          <a:xfrm>
            <a:off x="3566160" y="1389888"/>
            <a:ext cx="2286000" cy="1298448"/>
          </a:xfrm>
          <a:prstGeom prst="rect">
            <a:avLst/>
          </a:prstGeom>
        </p:spPr>
      </p:pic>
      <p:sp>
        <p:nvSpPr>
          <p:cNvPr id="9" name="Camera Module 2 name"/>
          <p:cNvSpPr txBox="1"/>
          <p:nvPr/>
        </p:nvSpPr>
        <p:spPr>
          <a:xfrm>
            <a:off x="349300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Camera Module 2</a:t>
            </a:r>
            <a:endParaRPr lang="en-US" sz="1500" dirty="0"/>
          </a:p>
        </p:txBody>
      </p:sp>
      <p:sp>
        <p:nvSpPr>
          <p:cNvPr id="10" name="Camera Module 2 detail"/>
          <p:cNvSpPr txBox="1"/>
          <p:nvPr/>
        </p:nvSpPr>
        <p:spPr>
          <a:xfrm>
            <a:off x="349300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8 MP IMX219, used at 640×480</a:t>
            </a:r>
            <a:endParaRPr lang="en-US" sz="1200" dirty="0"/>
          </a:p>
        </p:txBody>
      </p:sp>
      <p:sp>
        <p:nvSpPr>
          <p:cNvPr id="11" name="Five push-buttons card"/>
          <p:cNvSpPr/>
          <p:nvPr/>
        </p:nvSpPr>
        <p:spPr>
          <a:xfrm>
            <a:off x="6217920" y="1280160"/>
            <a:ext cx="2651760" cy="2240280"/>
          </a:xfrm>
          <a:prstGeom prst="roundRect">
            <a:avLst>
              <a:gd name="adj" fmla="val 4898"/>
            </a:avLst>
          </a:prstGeom>
          <a:solidFill>
            <a:srgbClr val="FFFFFF"/>
          </a:solidFill>
          <a:ln w="12700">
            <a:solidFill>
              <a:srgbClr val="FFFFFF"/>
            </a:solidFill>
            <a:prstDash val="solid"/>
          </a:ln>
        </p:spPr>
      </p:sp>
      <p:pic>
        <p:nvPicPr>
          <p:cNvPr id="12" name="Five push-buttons photo" descr="E:/Final SP/Thesis Report and paper/thesis report/My report/DIagram fig tab/v2_buttons.jpg">    </p:cNvPr>
          <p:cNvPicPr>
            <a:picLocks noChangeAspect="1"/>
          </p:cNvPicPr>
          <p:nvPr/>
        </p:nvPicPr>
        <p:blipFill>
          <a:blip r:embed="rId3"/>
          <a:srcRect l="0" r="0" t="0" b="0"/>
          <a:stretch/>
        </p:blipFill>
        <p:spPr>
          <a:xfrm>
            <a:off x="6400800" y="1389888"/>
            <a:ext cx="2286000" cy="1298448"/>
          </a:xfrm>
          <a:prstGeom prst="rect">
            <a:avLst/>
          </a:prstGeom>
        </p:spPr>
      </p:pic>
      <p:sp>
        <p:nvSpPr>
          <p:cNvPr id="13" name="Five push-buttons name"/>
          <p:cNvSpPr txBox="1"/>
          <p:nvPr/>
        </p:nvSpPr>
        <p:spPr>
          <a:xfrm>
            <a:off x="632764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Five push-buttons</a:t>
            </a:r>
            <a:endParaRPr lang="en-US" sz="1500" dirty="0"/>
          </a:p>
        </p:txBody>
      </p:sp>
      <p:sp>
        <p:nvSpPr>
          <p:cNvPr id="14" name="Five push-buttons detail"/>
          <p:cNvSpPr txBox="1"/>
          <p:nvPr/>
        </p:nvSpPr>
        <p:spPr>
          <a:xfrm>
            <a:off x="632764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MODE, ACTION, READ, VOL+, VOL−</a:t>
            </a:r>
            <a:endParaRPr lang="en-US" sz="1200" dirty="0"/>
          </a:p>
        </p:txBody>
      </p:sp>
      <p:sp>
        <p:nvSpPr>
          <p:cNvPr id="15" name="Vibration motor card"/>
          <p:cNvSpPr/>
          <p:nvPr/>
        </p:nvSpPr>
        <p:spPr>
          <a:xfrm>
            <a:off x="9052560" y="1280160"/>
            <a:ext cx="2651760" cy="2240280"/>
          </a:xfrm>
          <a:prstGeom prst="roundRect">
            <a:avLst>
              <a:gd name="adj" fmla="val 4898"/>
            </a:avLst>
          </a:prstGeom>
          <a:solidFill>
            <a:srgbClr val="FFFFFF"/>
          </a:solidFill>
          <a:ln w="12700">
            <a:solidFill>
              <a:srgbClr val="FFFFFF"/>
            </a:solidFill>
            <a:prstDash val="solid"/>
          </a:ln>
        </p:spPr>
      </p:sp>
      <p:pic>
        <p:nvPicPr>
          <p:cNvPr id="16" name="Vibration motor photo" descr="E:/Final SP/Thesis Report and paper/thesis report/My report/DIagram fig tab/hw_motor.jpg">    </p:cNvPr>
          <p:cNvPicPr>
            <a:picLocks noChangeAspect="1"/>
          </p:cNvPicPr>
          <p:nvPr/>
        </p:nvPicPr>
        <p:blipFill>
          <a:blip r:embed="rId4"/>
          <a:srcRect l="0" r="0" t="0" b="0"/>
          <a:stretch/>
        </p:blipFill>
        <p:spPr>
          <a:xfrm>
            <a:off x="9235440" y="1389888"/>
            <a:ext cx="2286000" cy="1298448"/>
          </a:xfrm>
          <a:prstGeom prst="rect">
            <a:avLst/>
          </a:prstGeom>
        </p:spPr>
      </p:pic>
      <p:sp>
        <p:nvSpPr>
          <p:cNvPr id="17" name="Vibration motor name"/>
          <p:cNvSpPr txBox="1"/>
          <p:nvPr/>
        </p:nvSpPr>
        <p:spPr>
          <a:xfrm>
            <a:off x="916228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Vibration motor</a:t>
            </a:r>
            <a:endParaRPr lang="en-US" sz="1500" dirty="0"/>
          </a:p>
        </p:txBody>
      </p:sp>
      <p:sp>
        <p:nvSpPr>
          <p:cNvPr id="18" name="Vibration motor detail"/>
          <p:cNvSpPr txBox="1"/>
          <p:nvPr/>
        </p:nvSpPr>
        <p:spPr>
          <a:xfrm>
            <a:off x="916228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A buzz when a note is found</a:t>
            </a:r>
            <a:endParaRPr lang="en-US" sz="1200" dirty="0"/>
          </a:p>
        </p:txBody>
      </p:sp>
      <p:sp>
        <p:nvSpPr>
          <p:cNvPr id="19" name="Bone-conduction headphone card"/>
          <p:cNvSpPr/>
          <p:nvPr/>
        </p:nvSpPr>
        <p:spPr>
          <a:xfrm>
            <a:off x="548640" y="3675888"/>
            <a:ext cx="2651760" cy="2240280"/>
          </a:xfrm>
          <a:prstGeom prst="roundRect">
            <a:avLst>
              <a:gd name="adj" fmla="val 4898"/>
            </a:avLst>
          </a:prstGeom>
          <a:solidFill>
            <a:srgbClr val="FFFFFF"/>
          </a:solidFill>
          <a:ln w="12700">
            <a:solidFill>
              <a:srgbClr val="FFFFFF"/>
            </a:solidFill>
            <a:prstDash val="solid"/>
          </a:ln>
        </p:spPr>
      </p:sp>
      <p:pic>
        <p:nvPicPr>
          <p:cNvPr id="20" name="Bone-conduction headphone photo" descr="E:/Final SP/Thesis Report and paper/thesis report/My report/DIagram fig tab/v2_headphone.jpg">    </p:cNvPr>
          <p:cNvPicPr>
            <a:picLocks noChangeAspect="1"/>
          </p:cNvPicPr>
          <p:nvPr/>
        </p:nvPicPr>
        <p:blipFill>
          <a:blip r:embed="rId5"/>
          <a:srcRect l="0" r="0" t="0" b="0"/>
          <a:stretch/>
        </p:blipFill>
        <p:spPr>
          <a:xfrm>
            <a:off x="731520" y="3785616"/>
            <a:ext cx="2286000" cy="1298448"/>
          </a:xfrm>
          <a:prstGeom prst="rect">
            <a:avLst/>
          </a:prstGeom>
        </p:spPr>
      </p:pic>
      <p:sp>
        <p:nvSpPr>
          <p:cNvPr id="21" name="Bone-conduction headphone name"/>
          <p:cNvSpPr txBox="1"/>
          <p:nvPr/>
        </p:nvSpPr>
        <p:spPr>
          <a:xfrm>
            <a:off x="65836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Bone-conduction headphone</a:t>
            </a:r>
            <a:endParaRPr lang="en-US" sz="1500" dirty="0"/>
          </a:p>
        </p:txBody>
      </p:sp>
      <p:sp>
        <p:nvSpPr>
          <p:cNvPr id="22" name="Bone-conduction headphone detail"/>
          <p:cNvSpPr txBox="1"/>
          <p:nvPr/>
        </p:nvSpPr>
        <p:spPr>
          <a:xfrm>
            <a:off x="65836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Speech; the ears stay free</a:t>
            </a:r>
            <a:endParaRPr lang="en-US" sz="1200" dirty="0"/>
          </a:p>
        </p:txBody>
      </p:sp>
      <p:sp>
        <p:nvSpPr>
          <p:cNvPr id="23" name="Power bank card"/>
          <p:cNvSpPr/>
          <p:nvPr/>
        </p:nvSpPr>
        <p:spPr>
          <a:xfrm>
            <a:off x="3383280" y="3675888"/>
            <a:ext cx="2651760" cy="2240280"/>
          </a:xfrm>
          <a:prstGeom prst="roundRect">
            <a:avLst>
              <a:gd name="adj" fmla="val 4898"/>
            </a:avLst>
          </a:prstGeom>
          <a:solidFill>
            <a:srgbClr val="FFFFFF"/>
          </a:solidFill>
          <a:ln w="12700">
            <a:solidFill>
              <a:srgbClr val="FFFFFF"/>
            </a:solidFill>
            <a:prstDash val="solid"/>
          </a:ln>
        </p:spPr>
      </p:sp>
      <p:pic>
        <p:nvPicPr>
          <p:cNvPr id="24" name="Power bank photo" descr="E:/Final SP/Thesis Report and paper/thesis report/My report/DIagram fig tab/hw_powerbank.jpg">    </p:cNvPr>
          <p:cNvPicPr>
            <a:picLocks noChangeAspect="1"/>
          </p:cNvPicPr>
          <p:nvPr/>
        </p:nvPicPr>
        <p:blipFill>
          <a:blip r:embed="rId6"/>
          <a:srcRect l="0" r="0" t="0" b="0"/>
          <a:stretch/>
        </p:blipFill>
        <p:spPr>
          <a:xfrm>
            <a:off x="3566160" y="3785616"/>
            <a:ext cx="2286000" cy="1298448"/>
          </a:xfrm>
          <a:prstGeom prst="rect">
            <a:avLst/>
          </a:prstGeom>
        </p:spPr>
      </p:pic>
      <p:sp>
        <p:nvSpPr>
          <p:cNvPr id="25" name="Power bank name"/>
          <p:cNvSpPr txBox="1"/>
          <p:nvPr/>
        </p:nvSpPr>
        <p:spPr>
          <a:xfrm>
            <a:off x="349300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Power bank</a:t>
            </a:r>
            <a:endParaRPr lang="en-US" sz="1500" dirty="0"/>
          </a:p>
        </p:txBody>
      </p:sp>
      <p:sp>
        <p:nvSpPr>
          <p:cNvPr id="26" name="Power bank detail"/>
          <p:cNvSpPr txBox="1"/>
          <p:nvPr/>
        </p:nvSpPr>
        <p:spPr>
          <a:xfrm>
            <a:off x="349300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USB-C supply for the Pi 5</a:t>
            </a:r>
            <a:endParaRPr lang="en-US" sz="1200" dirty="0"/>
          </a:p>
        </p:txBody>
      </p:sp>
      <p:sp>
        <p:nvSpPr>
          <p:cNvPr id="27" name="Frame and UV lamp card"/>
          <p:cNvSpPr/>
          <p:nvPr/>
        </p:nvSpPr>
        <p:spPr>
          <a:xfrm>
            <a:off x="6217920" y="3675888"/>
            <a:ext cx="2651760" cy="2240280"/>
          </a:xfrm>
          <a:prstGeom prst="roundRect">
            <a:avLst>
              <a:gd name="adj" fmla="val 4898"/>
            </a:avLst>
          </a:prstGeom>
          <a:solidFill>
            <a:srgbClr val="FFFFFF"/>
          </a:solidFill>
          <a:ln w="12700">
            <a:solidFill>
              <a:srgbClr val="FFFFFF"/>
            </a:solidFill>
            <a:prstDash val="solid"/>
          </a:ln>
        </p:spPr>
      </p:sp>
      <p:pic>
        <p:nvPicPr>
          <p:cNvPr id="28" name="Frame and UV lamp photo" descr="E:/Final SP/Thesis Report and paper/thesis report/My report/DIagram fig tab/v2_frame.jpg">    </p:cNvPr>
          <p:cNvPicPr>
            <a:picLocks noChangeAspect="1"/>
          </p:cNvPicPr>
          <p:nvPr/>
        </p:nvPicPr>
        <p:blipFill>
          <a:blip r:embed="rId7"/>
          <a:srcRect l="0" r="0" t="0" b="0"/>
          <a:stretch/>
        </p:blipFill>
        <p:spPr>
          <a:xfrm>
            <a:off x="6400800" y="3785616"/>
            <a:ext cx="2286000" cy="1298448"/>
          </a:xfrm>
          <a:prstGeom prst="rect">
            <a:avLst/>
          </a:prstGeom>
        </p:spPr>
      </p:pic>
      <p:sp>
        <p:nvSpPr>
          <p:cNvPr id="29" name="Frame and UV lamp name"/>
          <p:cNvSpPr txBox="1"/>
          <p:nvPr/>
        </p:nvSpPr>
        <p:spPr>
          <a:xfrm>
            <a:off x="632764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Frame and UV lamp</a:t>
            </a:r>
            <a:endParaRPr lang="en-US" sz="1500" dirty="0"/>
          </a:p>
        </p:txBody>
      </p:sp>
      <p:sp>
        <p:nvSpPr>
          <p:cNvPr id="30" name="Frame and UV lamp detail"/>
          <p:cNvSpPr txBox="1"/>
          <p:nvPr/>
        </p:nvSpPr>
        <p:spPr>
          <a:xfrm>
            <a:off x="632764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3D-printed; UV-A 360–395 nm</a:t>
            </a:r>
            <a:endParaRPr lang="en-US" sz="1200" dirty="0"/>
          </a:p>
        </p:txBody>
      </p:sp>
      <p:sp>
        <p:nvSpPr>
          <p:cNvPr id="31" name="Rear enclosure card"/>
          <p:cNvSpPr/>
          <p:nvPr/>
        </p:nvSpPr>
        <p:spPr>
          <a:xfrm>
            <a:off x="9052560" y="3675888"/>
            <a:ext cx="2651760" cy="2240280"/>
          </a:xfrm>
          <a:prstGeom prst="roundRect">
            <a:avLst>
              <a:gd name="adj" fmla="val 4898"/>
            </a:avLst>
          </a:prstGeom>
          <a:solidFill>
            <a:srgbClr val="FFFFFF"/>
          </a:solidFill>
          <a:ln w="12700">
            <a:solidFill>
              <a:srgbClr val="FFFFFF"/>
            </a:solidFill>
            <a:prstDash val="solid"/>
          </a:ln>
        </p:spPr>
      </p:sp>
      <p:pic>
        <p:nvPicPr>
          <p:cNvPr id="32" name="Rear enclosure photo" descr="E:/Final SP/Thesis Report and paper/thesis report/My report/DIagram fig tab/v2_enclosure.jpg">    </p:cNvPr>
          <p:cNvPicPr>
            <a:picLocks noChangeAspect="1"/>
          </p:cNvPicPr>
          <p:nvPr/>
        </p:nvPicPr>
        <p:blipFill>
          <a:blip r:embed="rId8"/>
          <a:srcRect l="0" r="0" t="0" b="0"/>
          <a:stretch/>
        </p:blipFill>
        <p:spPr>
          <a:xfrm>
            <a:off x="9235440" y="3785616"/>
            <a:ext cx="2286000" cy="1298448"/>
          </a:xfrm>
          <a:prstGeom prst="rect">
            <a:avLst/>
          </a:prstGeom>
        </p:spPr>
      </p:pic>
      <p:sp>
        <p:nvSpPr>
          <p:cNvPr id="33" name="Rear enclosure name"/>
          <p:cNvSpPr txBox="1"/>
          <p:nvPr/>
        </p:nvSpPr>
        <p:spPr>
          <a:xfrm>
            <a:off x="916228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Rear enclosure</a:t>
            </a:r>
            <a:endParaRPr lang="en-US" sz="1500" dirty="0"/>
          </a:p>
        </p:txBody>
      </p:sp>
      <p:sp>
        <p:nvSpPr>
          <p:cNvPr id="34" name="Rear enclosure detail"/>
          <p:cNvSpPr txBox="1"/>
          <p:nvPr/>
        </p:nvSpPr>
        <p:spPr>
          <a:xfrm>
            <a:off x="916228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Ventilated case for the Pi 5</a:t>
            </a:r>
            <a:endParaRPr lang="en-US" sz="1200" dirty="0"/>
          </a:p>
        </p:txBody>
      </p:sp>
      <p:sp>
        <p:nvSpPr>
          <p:cNvPr id="3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Camera Module v2 by the Raspberry Pi Foundation, CC BY-SA 4.0; vibration motor by Raimond Spekking, CC BY-SA 4.0; power bank by Pinguinguy, CC0. Buttons, headphone, frame and enclosure: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2026-10-29T09:12:00Z</dcterms:created>
  <dcterms:modified xsi:type="dcterms:W3CDTF">2026-10-29T09:12:00Z</dcterms:modified>
</cp:coreProperties>
</file>