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9579ad-ef3c-1315-110f-73cadd3bf4a6}">
          <p14:sldIdLst>
            <p14:sldId id="256"/>
          </p14:sldIdLst>
        </p14:section>
        <p14:section name="Problem" id="{ff4d26b6-6e58-3d5d-d699-b43b8103e00d}">
          <p14:sldIdLst>
            <p14:sldId id="257"/>
            <p14:sldId id="258"/>
            <p14:sldId id="259"/>
          </p14:sldIdLst>
        </p14:section>
        <p14:section name="Solution" id="{5ed02762-3ee8-6256-e7db-630fdecd8558}">
          <p14:sldIdLst>
            <p14:sldId id="260"/>
            <p14:sldId id="261"/>
            <p14:sldId id="262"/>
            <p14:sldId id="263"/>
            <p14:sldId id="264"/>
            <p14:sldId id="265"/>
          </p14:sldIdLst>
        </p14:section>
        <p14:section name="Currency" id="{a9b6bf0d-3a38-8ea7-ded3-7be00284d296}">
          <p14:sldIdLst>
            <p14:sldId id="266"/>
            <p14:sldId id="267"/>
            <p14:sldId id="268"/>
            <p14:sldId id="269"/>
            <p14:sldId id="270"/>
            <p14:sldId id="271"/>
            <p14:sldId id="272"/>
            <p14:sldId id="273"/>
          </p14:sldIdLst>
        </p14:section>
        <p14:section name="Reading and voice" id="{33585f4f-3e51-bc10-a2cc-796a536d1fa1}">
          <p14:sldIdLst>
            <p14:sldId id="274"/>
            <p14:sldId id="275"/>
          </p14:sldIdLst>
        </p14:section>
        <p14:section name="Device" id="{9925f3b7-b165-d088-fa0d-f950d9b3afb8}">
          <p14:sldIdLst>
            <p14:sldId id="276"/>
            <p14:sldId id="277"/>
            <p14:sldId id="278"/>
          </p14:sldIdLst>
        </p14:section>
        <p14:section name="Closing" id="{c85b6edc-18e7-de11-90c7-87dce46d1632}">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is a USB webcam plugged into a USB port of the Pi.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photos show the second prototype in live tests: a team member holds a note up in front of the glass camera; the scenes are staged and the photos do not show the detector output. In our earlier live sessions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webcam.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USB webcam (our board)</a:t>
            </a:r>
            <a:endParaRPr lang="en-US" sz="1100" dirty="0"/>
          </a:p>
        </p:txBody>
      </p:sp>
      <p:sp>
        <p:nvSpPr>
          <p:cNvPr id="8" name="Webcam USB cable 1"/>
          <p:cNvSpPr/>
          <p:nvPr/>
        </p:nvSpPr>
        <p:spPr>
          <a:xfrm>
            <a:off x="2377440" y="1920240"/>
            <a:ext cx="1188720" cy="9144"/>
          </a:xfrm>
          <a:prstGeom prst="line">
            <a:avLst/>
          </a:prstGeom>
          <a:noFill/>
          <a:ln w="50800">
            <a:solidFill>
              <a:srgbClr val="5B6777"/>
            </a:solidFill>
            <a:prstDash val="solid"/>
          </a:ln>
        </p:spPr>
      </p:sp>
      <p:sp>
        <p:nvSpPr>
          <p:cNvPr id="9" name="Webcam USB cable 2"/>
          <p:cNvSpPr/>
          <p:nvPr/>
        </p:nvSpPr>
        <p:spPr>
          <a:xfrm>
            <a:off x="3566160" y="1920240"/>
            <a:ext cx="9144" cy="1371600"/>
          </a:xfrm>
          <a:prstGeom prst="line">
            <a:avLst/>
          </a:prstGeom>
          <a:noFill/>
          <a:ln w="50800">
            <a:solidFill>
              <a:srgbClr val="5B6777"/>
            </a:solidFill>
            <a:prstDash val="solid"/>
          </a:ln>
        </p:spPr>
      </p:sp>
      <p:sp>
        <p:nvSpPr>
          <p:cNvPr id="10" name="Webcam USB cable 3"/>
          <p:cNvSpPr/>
          <p:nvPr/>
        </p:nvSpPr>
        <p:spPr>
          <a:xfrm>
            <a:off x="3566160" y="3291840"/>
            <a:ext cx="868680" cy="9144"/>
          </a:xfrm>
          <a:prstGeom prst="line">
            <a:avLst/>
          </a:prstGeom>
          <a:noFill/>
          <a:ln w="50800">
            <a:solidFill>
              <a:srgbClr val="5B6777"/>
            </a:solidFill>
            <a:prstDash val="solid"/>
          </a:ln>
        </p:spPr>
      </p:sp>
      <p:sp>
        <p:nvSpPr>
          <p:cNvPr id="11" name="Wire label: USB cable"/>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USB cable</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508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50800">
            <a:solidFill>
              <a:srgbClr val="5B677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USB</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vibration motor by Raimond Spekking, CC BY-SA 4.0; power bank by Pinguinguy, CC0. Webcam board,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Informal demonstrations, not a measured accuracy study</a:t>
            </a:r>
            <a:endParaRPr lang="en-US" sz="1600" dirty="0"/>
          </a:p>
        </p:txBody>
      </p:sp>
      <p:pic>
        <p:nvPicPr>
          <p:cNvPr id="4" name="Live test 1" descr="E:\Final SP\Thesis Report and paper\tools\deck\assets/live_v2_16.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live_v2_18.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live_v2_19.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live_v2_2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live_v2_28.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live_v2_29.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300" dirty="0">
                <a:solidFill>
                  <a:schemeClr val="tx1"/>
                </a:solidFill>
              </a:rPr>
              <a:t>Second prototype (v2), staged: a note is held up to the glass camera. Earlier webcam sessions named six note values (10–1,000 Taka) at 0.63–0.89 confidence.</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2026-10-29T09:33:38Z</dcterms:created>
  <dcterms:modified xsi:type="dcterms:W3CDTF">2026-10-29T09:33:38Z</dcterms:modified>
</cp:coreProperties>
</file>